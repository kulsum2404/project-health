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22C55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F4444"/>
              </a:solidFill>
            </c:spPr>
          </c:dPt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</a:defRPr>
            </a:pPr>
            <a:r>
              <a:t>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Executive Monthly Portfolio Review</a:t>
            </a: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June 09, 2026 — July 09, 2026</a:t>
            </a: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Total Projects Analyzed: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Portfolio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8FAFC"/>
                </a:solidFill>
              </a:defRPr>
            </a:pPr>
            <a:r>
              <a:t>Both projects remain in amber status with solid budget performance (CPI = 1.0) but exhibit schedule pressure and divergent blocker profiles. Portfolio‑wide overdue tasks are present, while Project Plan B faces a high volume of unresolved blockers that could jeopardize its schedule.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743200"/>
          <a:ext cx="7315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Cross-Project Macro Trends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Trend 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Affected Projects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Overdue tasks and late milestones are present in all projects, with 11% of tasks overdue in Project Plan B and 7% in S2P Project, indicating a portfolio‑wide schedule risk.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DECLINING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Budget health is uniformly excellent across the portfolio (budget score 100, CPI = 1.0) but actual spend is at 0%, suggesting delayed cost recognition.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RAG Status Shifts (Period-over-Period)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No projects shifted RAG status during this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Top Emerging Risks &amp; Blockers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Risk 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Affected Projects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 Plan B has 234 unresolved medium‑severity blockers (61% of its total items), a concentration that could trigger schedule slippage if not addressed promptly.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 Plan 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Absence of sentiment data for Project Plan B limits stakeholder visibility and may mask emerging morale issues.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 Plan 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Notable Wins &amp; Positive Signals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Win / Positive Signal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Associated Projects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Both projects are under budget with CPI = 1.0 and budget scores of 100, indicating strong financial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Schedule scores remain above 88 for both projects, and no critical‑path delays are recorded.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 Plan B, S2P Project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Accelerate resolution of medium‑severity blockers in Project Plan B, prioritizing those impacting overdue tasks.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Implement real‑time cost tracking to capture actual spend and validate budget forecasts.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Standardize sentiment capture across all projects to ensure early detection of stakeholder concerns.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Review overdue task lists weekly and re‑allocate resources to critical path activities to curb schedule drift.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</a:defRPr>
            </a:pPr>
            <a:r>
              <a:t>Appendix: Detailed Portfolio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20260708 144914 Project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20260708 151623 S2P Proje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