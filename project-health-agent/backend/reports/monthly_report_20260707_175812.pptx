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dPt>
            <c:idx val="0"/>
            <c:spPr>
              <a:solidFill>
                <a:srgbClr val="22C55E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F4444"/>
              </a:solidFill>
            </c:spPr>
          </c:dPt>
          <c:cat>
            <c:strRef>
              <c:f>Sheet1!$A$2:$A$4</c:f>
              <c:strCache>
                <c:ptCount val="3"/>
                <c:pt idx="0">
                  <c:v>Green</c:v>
                </c:pt>
                <c:pt idx="1">
                  <c:v>Amber</c:v>
                </c:pt>
                <c:pt idx="2">
                  <c:v>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  <a:r>
              <a:t>Project Health Report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  <a:r>
              <a:t>June 07, 2026 — July 07, 2026</a:t>
            </a: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94A3B8"/>
                </a:solidFill>
              </a:defRPr>
            </a:pPr>
            <a:r>
              <a:t>Total Projects: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Portfolio Health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Portfolio has 2 projects: 0 green, 2 amber, 0 red.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2860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</a:defRPr>
            </a:pPr>
            <a:r>
              <a:t>Health Trends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Insufficient historical data for trend analysis.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Run weekly analyses to build trend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Top Emerging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No emerging risks identified in this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t>Notable Wins &amp; Green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No notable wins to highlight in this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Executive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Review declining projects for intervention opportunities.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Appendix: Per-Project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Signals Used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schedule, budget, milestones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project2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schedule, budget, milestones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