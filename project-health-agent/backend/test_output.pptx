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Test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Executive Monthly Portfolio Review</a:t>
            </a: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June 07, 2026 — July 07, 2026</a:t>
            </a: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Total Projects Analyzed: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8FAFC"/>
                </a:solidFill>
              </a:defRPr>
            </a:pPr>
            <a:r>
              <a:t>Portfolio has 2 projects: 0 green, 2 amber, 0 red.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7315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Cross-Project Macro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No significant macro trends identified.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RAG Status Shifts (Period-over-Period)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No projects shifted RAG status during this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 &amp;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No critical emerging risks identified.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Notable Wins &amp; Positive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No notable wins highlighted for this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Review declining projects for intervention opportunities.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</a:defRPr>
            </a:pPr>
            <a:r>
              <a:t>Appendix: Detailed Portfolio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